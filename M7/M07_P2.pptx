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napToGrid="0">
      <p:cViewPr varScale="1">
        <p:scale>
          <a:sx d="100" n="87"/>
          <a:sy d="100" n="87"/>
        </p:scale>
        <p:origin x="384" y="72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5" Type="http://schemas.openxmlformats.org/officeDocument/2006/relationships/viewProps" Target="viewProps.xml" /><Relationship Id="rId4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CA91F-7BA5-C0EB-F0E7-671EF77E9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8D7E7-96C2-EA98-5CCC-B43274E42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57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8E18C-9698-0B1C-32D6-D00534B50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1A8A8-18AA-E309-BBBF-ADF899547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8C9A9-DE19-498F-D414-0DAB4823D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900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9B690-E2E9-2F3E-15D3-BBD15BCD7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F1D22-D975-851F-2B8F-D8675D164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10542-6047-78D6-51D8-E2C25AA6B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DE4BB-8AC4-98F4-5B65-D97C695FD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55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063D6-309C-6044-E7F3-B0FAEA37F8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02399-0D40-0F1A-A770-6D3B06F65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D09DC-44A3-F7F4-2C2A-4A87B75C4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3CC0E-1DBD-1E37-CAEF-2C3E53291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59C24-6840-1606-934C-D0F85A333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148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3AB56-8CD1-20AD-7F41-D2359C469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21AA7-1865-2AE9-0012-512FE36BF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BA8275-F8D3-F29E-6C64-94671346C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A5AD60-9148-E9A7-3F6B-DF76A20838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219CA0-0D5D-C6C9-AC0D-2AD322F245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9D0A9E-58E0-AD7C-832D-666F0331C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8D782E-EAC7-5EC8-E342-7786EB3D7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A5C0ED-7820-62DB-F17A-7BDA0542A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19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C2CE0-5040-0A33-C14C-2137A06EB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90265-B49C-90FA-BB33-302D063BD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0293D5-F9F7-9556-47AE-7EF33815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2ABE5A-1615-1E58-6B04-545C8424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601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6FB9E7-6D00-B906-95F1-BED78B2F4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A80D94-FDFD-6A9D-CF2D-161418333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0434E-D9EF-F897-D66D-C0A37DE4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38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8C0B0-BBFF-D266-F6CB-C0F9CB82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9E927-AB12-1E59-90ED-6839F5357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88397-2BCC-3DCA-BE8B-B9B0AFAC1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A326D9-5E8D-09C1-A9C2-C8F48F439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F8E6B-D22C-98FB-198C-1BB554D53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F39BA-97EF-2C84-8B25-95108D04F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598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74914-FAF0-2D41-27D2-ACEEBCAFD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163E3D-B2EA-73D8-F8BD-4FC6CFE9F2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60945-1A23-C88B-02B1-FFE35A654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01162-C90D-62D4-B1FE-6ED1CC412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CE0DB-431B-1663-6E56-FACE12F67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7E0E3-58EB-A96B-0DC5-4C38F790A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25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BD8B3-BF98-9170-B5E2-AB324C190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A0CF88-F56C-9B83-A911-CD1BE263D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2220D-2D18-9924-A1FF-F615EE13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606C5-2E91-950E-6217-C2FFF7C0F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31CD6-A18E-FC5E-733D-9C3339F2E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3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6519DF-9D34-5391-8746-EC512C352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160643-0E91-7673-E36A-B41441E8A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16EB6-0BAD-C04E-CCEF-DCB8848E7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A6A13-3660-187A-E0CE-B4EDE98C0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83B47-2423-4DA4-61B2-0AE56FB2D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5962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C6EC8C-ECCF-C0A3-FC0A-2563865B3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754C2-B7E9-ABF6-FA3F-D6E2E255A47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E8DE5-BF1B-A82F-89A6-D45E288D7ED3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BCAFD-7F89-6E4D-3B08-A1E78396CF3A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B5DEB-9294-F5ED-21D5-974F52B9344E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47376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M07 Presentation 02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Nakul R. Padalkar</a:t>
            </a:r>
            <a:br/>
            <a:r>
              <a:rPr/>
              <a:t>Author Two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March 12, 2024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M07 Presentation 02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M07 Presentation 02</dc:title>
  <dc:creator>Nakul R. Padalkar; Author Two</dc:creator>
  <cp:keywords/>
  <dcterms:created xsi:type="dcterms:W3CDTF">2026-03-23T21:26:21Z</dcterms:created>
  <dcterms:modified xsi:type="dcterms:W3CDTF">2026-03-23T21:26:21Z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ibliography">
    <vt:lpwstr>../references.bib</vt:lpwstr>
  </property>
  <property fmtid="{D5CDD505-2E9C-101B-9397-08002B2CF9AE}" pid="6" name="by-affiliation">
    <vt:lpwstr/>
  </property>
  <property fmtid="{D5CDD505-2E9C-101B-9397-08002B2CF9AE}" pid="7" name="by-author">
    <vt:lpwstr/>
  </property>
  <property fmtid="{D5CDD505-2E9C-101B-9397-08002B2CF9AE}" pid="8" name="crossref">
    <vt:lpwstr/>
  </property>
  <property fmtid="{D5CDD505-2E9C-101B-9397-08002B2CF9AE}" pid="9" name="csl">
    <vt:lpwstr>../mis-quarterly.csl</vt:lpwstr>
  </property>
  <property fmtid="{D5CDD505-2E9C-101B-9397-08002B2CF9AE}" pid="10" name="date">
    <vt:lpwstr>March 12, 2024</vt:lpwstr>
  </property>
  <property fmtid="{D5CDD505-2E9C-101B-9397-08002B2CF9AE}" pid="11" name="date-format">
    <vt:lpwstr>long</vt:lpwstr>
  </property>
  <property fmtid="{D5CDD505-2E9C-101B-9397-08002B2CF9AE}" pid="12" name="date-modified">
    <vt:lpwstr>March 23, 2026</vt:lpwstr>
  </property>
  <property fmtid="{D5CDD505-2E9C-101B-9397-08002B2CF9AE}" pid="13" name="editor">
    <vt:lpwstr/>
  </property>
  <property fmtid="{D5CDD505-2E9C-101B-9397-08002B2CF9AE}" pid="14" name="execute">
    <vt:lpwstr/>
  </property>
  <property fmtid="{D5CDD505-2E9C-101B-9397-08002B2CF9AE}" pid="15" name="header-includes">
    <vt:lpwstr/>
  </property>
  <property fmtid="{D5CDD505-2E9C-101B-9397-08002B2CF9AE}" pid="16" name="include-after">
    <vt:lpwstr/>
  </property>
  <property fmtid="{D5CDD505-2E9C-101B-9397-08002B2CF9AE}" pid="17" name="include-before">
    <vt:lpwstr/>
  </property>
  <property fmtid="{D5CDD505-2E9C-101B-9397-08002B2CF9AE}" pid="18" name="labels">
    <vt:lpwstr/>
  </property>
  <property fmtid="{D5CDD505-2E9C-101B-9397-08002B2CF9AE}" pid="19" name="logo">
    <vt:lpwstr>../theme/figures/met_signature_toptier_rgb.png</vt:lpwstr>
  </property>
  <property fmtid="{D5CDD505-2E9C-101B-9397-08002B2CF9AE}" pid="20" name="monofont">
    <vt:lpwstr>Roboto</vt:lpwstr>
  </property>
  <property fmtid="{D5CDD505-2E9C-101B-9397-08002B2CF9AE}" pid="21" name="resources">
    <vt:lpwstr/>
  </property>
  <property fmtid="{D5CDD505-2E9C-101B-9397-08002B2CF9AE}" pid="22" name="title-slide-attributes">
    <vt:lpwstr/>
  </property>
  <property fmtid="{D5CDD505-2E9C-101B-9397-08002B2CF9AE}" pid="23" name="toc-title">
    <vt:lpwstr>Table of contents</vt:lpwstr>
  </property>
</Properties>
</file>