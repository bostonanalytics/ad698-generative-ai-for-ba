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93900"/>
            <a:ext cx="10515600" cy="398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M07 Presentation 02</dc:title>
  <dc:creator>Nakul R. Padalkar; Author Two</dc:creator>
  <cp:keywords/>
  <dcterms:created xsi:type="dcterms:W3CDTF">2026-04-22T19:33:47Z</dcterms:created>
  <dcterms:modified xsi:type="dcterms:W3CDTF">2026-04-22T19:33:47Z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April 22,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