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Retrieval-Augmented Generation (RAG) &amp; Vector Search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M03: Presentation</dc:title>
  <dc:creator>Nakul R. Padalkar; Author Two</dc:creator>
  <cp:keywords/>
  <dcterms:created xsi:type="dcterms:W3CDTF">2026-02-02T20:17:42Z</dcterms:created>
  <dcterms:modified xsi:type="dcterms:W3CDTF">2026-02-02T20:17:42Z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February 2, 2026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resources">
    <vt:lpwstr/>
  </property>
  <property fmtid="{D5CDD505-2E9C-101B-9397-08002B2CF9AE}" pid="22" name="subtitle">
    <vt:lpwstr>Retrieval-Augmented Generation (RAG) &amp; Vector Search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