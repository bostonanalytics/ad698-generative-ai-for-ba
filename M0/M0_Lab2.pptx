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GitHub and AI Development Environment Setup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M00: Presentation</dc:title>
  <dc:creator>Nakul R. Padalkar; Author Two</dc:creator>
  <cp:keywords/>
  <dcterms:created xsi:type="dcterms:W3CDTF">2026-03-21T22:08:13Z</dcterms:created>
  <dcterms:modified xsi:type="dcterms:W3CDTF">2026-03-21T22:08:13Z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March 21,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subtitle">
    <vt:lpwstr>GitHub and AI Development Environment Setup</vt:lpwstr>
  </property>
  <property fmtid="{D5CDD505-2E9C-101B-9397-08002B2CF9AE}" pid="24" name="title-slide-attributes">
    <vt:lpwstr/>
  </property>
  <property fmtid="{D5CDD505-2E9C-101B-9397-08002B2CF9AE}" pid="25" name="toc-title">
    <vt:lpwstr>Table of contents</vt:lpwstr>
  </property>
</Properties>
</file>