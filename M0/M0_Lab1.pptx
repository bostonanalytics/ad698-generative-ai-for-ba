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M00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M00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M00 Presentation 02</dc:title>
  <dc:creator>Nakul R. Padalkar; Author Two</dc:creator>
  <cp:keywords/>
  <dcterms:created xsi:type="dcterms:W3CDTF">2026-03-21T22:08:12Z</dcterms:created>
  <dcterms:modified xsi:type="dcterms:W3CDTF">2026-03-21T22:08:12Z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March 21, 2026</vt:lpwstr>
  </property>
  <property fmtid="{D5CDD505-2E9C-101B-9397-08002B2CF9AE}" pid="13" name="editor">
    <vt:lpwstr/>
  </property>
  <property fmtid="{D5CDD505-2E9C-101B-9397-08002B2CF9AE}" pid="14" name="engines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resources">
    <vt:lpwstr/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