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ews.mit.edu/2023/explained-generative-ai-110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Generative AI &amp; Business Applications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Understand the breadth of generative AI technologies</a:t>
            </a:r>
          </a:p>
          <a:p>
            <a:pPr lvl="0"/>
            <a:r>
              <a:rPr/>
              <a:t>Explore core generative model architectures</a:t>
            </a:r>
          </a:p>
          <a:p>
            <a:pPr lvl="0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systems that can create new content</a:t>
            </a:r>
          </a:p>
          <a:p>
            <a:pPr lvl="0" indent="0" marL="0">
              <a:buNone/>
            </a:pPr>
            <a:r>
              <a:rPr/>
              <a:t>Generative AI can be thought of as a machine-learning model that is trained to create new data, rather than making a prediction about a specific dataset. A generative AI system is one that learns to generate more objects that look like the data it was trained on (Zewe 2023).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1"/>
            <a:r>
              <a:rPr/>
              <a:t>Learning from existing data</a:t>
            </a:r>
          </a:p>
          <a:p>
            <a:pPr lvl="1"/>
            <a:r>
              <a:rPr/>
              <a:t>Generating novel, contextually relevant outputs</a:t>
            </a:r>
          </a:p>
          <a:p>
            <a:pPr lvl="1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Models and Algorithms</a:t>
            </a:r>
          </a:p>
          <a:p>
            <a:pPr lvl="1"/>
            <a:r>
              <a:rPr/>
              <a:t>Convolutional Neural Networks (CNNs)</a:t>
            </a:r>
          </a:p>
          <a:p>
            <a:pPr lvl="1"/>
            <a:r>
              <a:rPr/>
              <a:t>Recurrent Neural Networks (RNNs)</a:t>
            </a:r>
          </a:p>
          <a:p>
            <a:pPr lvl="1"/>
            <a:r>
              <a:rPr/>
              <a:t>Transformer Architecture</a:t>
            </a:r>
          </a:p>
          <a:p>
            <a:pPr lvl="1"/>
            <a:r>
              <a:rPr/>
              <a:t>Generative Adversarial Networks (GANs)</a:t>
            </a:r>
          </a:p>
          <a:p>
            <a:pPr lvl="0"/>
            <a:r>
              <a:rPr/>
              <a:t>Language Models</a:t>
            </a:r>
          </a:p>
          <a:p>
            <a:pPr lvl="1"/>
            <a:r>
              <a:rPr/>
              <a:t>GPT (Generative Pre-trained Transformer)</a:t>
            </a:r>
          </a:p>
          <a:p>
            <a:pPr lvl="1"/>
            <a:r>
              <a:rPr/>
              <a:t>BERT (Bidirectional Encoder Representations)</a:t>
            </a:r>
          </a:p>
          <a:p>
            <a:pPr lvl="0"/>
            <a:r>
              <a:rPr/>
              <a:t>Image Generation Models</a:t>
            </a:r>
          </a:p>
          <a:p>
            <a:pPr lvl="1"/>
            <a:r>
              <a:rPr/>
              <a:t>DALL-E</a:t>
            </a:r>
          </a:p>
          <a:p>
            <a:pPr lvl="1"/>
            <a:r>
              <a:rPr/>
              <a:t>Stable Diffusion</a:t>
            </a:r>
          </a:p>
          <a:p>
            <a:pPr lvl="1"/>
            <a:r>
              <a:rPr/>
              <a:t>Midjourney</a:t>
            </a:r>
          </a:p>
          <a:p>
            <a:pPr lvl="0"/>
            <a:r>
              <a:rPr/>
              <a:t>Multimodal Models</a:t>
            </a:r>
          </a:p>
          <a:p>
            <a:pPr lvl="1"/>
            <a:r>
              <a:rPr/>
              <a:t>Amazon Nova</a:t>
            </a:r>
          </a:p>
          <a:p>
            <a:pPr lvl="1"/>
            <a:r>
              <a:rPr/>
              <a:t>Meta Llama</a:t>
            </a:r>
          </a:p>
          <a:p>
            <a:pPr lvl="1"/>
            <a:r>
              <a:rPr/>
              <a:t>Gemini</a:t>
            </a:r>
          </a:p>
          <a:p>
            <a:pPr lvl="1"/>
            <a:r>
              <a:rPr/>
              <a:t>GPT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Self-Airieniion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AI Systems</a:t>
            </a:r>
          </a:p>
          <a:p>
            <a:pPr lvl="0"/>
            <a:r>
              <a:rPr/>
              <a:t>Conversational AI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3Blue1Brown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In-Context’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  <a:p>
            <a:pPr lvl="0" indent="0" marL="0">
              <a:buNone/>
            </a:pPr>
            <a:r>
              <a:rPr/>
              <a:t>Zewe, A. 2023. “Explained: Generative AI,” </a:t>
            </a:r>
            <a:r>
              <a:rPr i="1"/>
              <a:t>MIT News</a:t>
            </a:r>
            <a:r>
              <a:rPr/>
              <a:t>. (</a:t>
            </a:r>
            <a:r>
              <a:rPr>
                <a:hlinkClick r:id="rId2"/>
              </a:rPr>
              <a:t>https://news.mit.edu/2023/explained-generative-ai-1109</a:t>
            </a:r>
            <a:r>
              <a:rPr/>
              <a:t>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2025-11-20T18:23:35Z</dcterms:created>
  <dcterms:modified xsi:type="dcterms:W3CDTF">2025-11-20T18:23:35Z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Introduction to Generative AI &amp; Business Applications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