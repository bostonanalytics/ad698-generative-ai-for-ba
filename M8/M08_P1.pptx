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Neural Networks for Classification and Regression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:description>Presentation slides for Module 8 on Neural Networks for Classification and Regression.</dc:description>
  <dcterms:created xsi:type="dcterms:W3CDTF">2026-04-30T20:06:57Z</dcterms:created>
  <dcterms:modified xsi:type="dcterms:W3CDTF">2026-04-30T20:06:57Z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ategorie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April 30, 2026</vt:lpwstr>
  </property>
  <property fmtid="{D5CDD505-2E9C-101B-9397-08002B2CF9AE}" pid="14" name="editor">
    <vt:lpwstr/>
  </property>
  <property fmtid="{D5CDD505-2E9C-101B-9397-08002B2CF9AE}" pid="15" name="engines">
    <vt:lpwstr/>
  </property>
  <property fmtid="{D5CDD505-2E9C-101B-9397-08002B2CF9AE}" pid="16" name="execute">
    <vt:lpwstr/>
  </property>
  <property fmtid="{D5CDD505-2E9C-101B-9397-08002B2CF9AE}" pid="17" name="header-includes">
    <vt:lpwstr/>
  </property>
  <property fmtid="{D5CDD505-2E9C-101B-9397-08002B2CF9AE}" pid="18" name="include-after">
    <vt:lpwstr/>
  </property>
  <property fmtid="{D5CDD505-2E9C-101B-9397-08002B2CF9AE}" pid="19" name="include-before">
    <vt:lpwstr/>
  </property>
  <property fmtid="{D5CDD505-2E9C-101B-9397-08002B2CF9AE}" pid="20" name="labels">
    <vt:lpwstr/>
  </property>
  <property fmtid="{D5CDD505-2E9C-101B-9397-08002B2CF9AE}" pid="21" name="logo">
    <vt:lpwstr>../theme/figures/met_signature_toptier_rgb.png</vt:lpwstr>
  </property>
  <property fmtid="{D5CDD505-2E9C-101B-9397-08002B2CF9AE}" pid="22" name="monofont">
    <vt:lpwstr>Roboto</vt:lpwstr>
  </property>
  <property fmtid="{D5CDD505-2E9C-101B-9397-08002B2CF9AE}" pid="23" name="resources">
    <vt:lpwstr/>
  </property>
  <property fmtid="{D5CDD505-2E9C-101B-9397-08002B2CF9AE}" pid="24" name="subtitle">
    <vt:lpwstr>Neural Networks for Classification and Regression</vt:lpwstr>
  </property>
  <property fmtid="{D5CDD505-2E9C-101B-9397-08002B2CF9AE}" pid="25" name="title-slide-attributes">
    <vt:lpwstr/>
  </property>
  <property fmtid="{D5CDD505-2E9C-101B-9397-08002B2CF9AE}" pid="26" name="toc-title">
    <vt:lpwstr>Table of contents</vt:lpwstr>
  </property>
</Properties>
</file>