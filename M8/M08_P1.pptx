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2026-04-22T19:34:15Z</dcterms:created>
  <dcterms:modified xsi:type="dcterms:W3CDTF">2026-04-22T19:34:15Z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Language Modeling, Structured Prediction, &amp; Evaluation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