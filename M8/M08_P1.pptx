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Modeling, Structured Prediction, &amp; Evaluation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terms:created xsi:type="dcterms:W3CDTF">2026-03-23T21:28:29Z</dcterms:created>
  <dcterms:modified xsi:type="dcterms:W3CDTF">2026-03-23T21:28:29Z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March 23,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subtitle">
    <vt:lpwstr>Language Modeling, Structured Prediction, &amp; Evaluation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