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AD698 - Applied Generative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Language Modeling, Structured Prediction, &amp; Evaluation</a:t>
            </a:r>
            <a:br/>
            <a:br/>
            <a:r>
              <a:rPr/>
              <a:t>Nakul R. Padalkar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print Revealjs slides</a:t>
            </a:r>
          </a:p>
        </p:txBody>
      </p:sp>
      <p:pic>
        <p:nvPicPr>
          <p:cNvPr descr="../syllabus-images/Printing_Revealjs_Slid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993900"/>
            <a:ext cx="10515600" cy="398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AD698 - Applied Generative AI</dc:title>
  <dc:creator>Nakul R. Padalkar</dc:creator>
  <cp:keywords/>
  <dc:description>Presentation slides for Module 8 on Language Modeling, Structured Prediction, &amp; Evaluation.</dc:description>
  <dcterms:created xsi:type="dcterms:W3CDTF">2026-04-30T20:06:59Z</dcterms:created>
  <dcterms:modified xsi:type="dcterms:W3CDTF">2026-04-30T20:06:59Z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tegorie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April 30, 2026</vt:lpwstr>
  </property>
  <property fmtid="{D5CDD505-2E9C-101B-9397-08002B2CF9AE}" pid="14" name="editor">
    <vt:lpwstr/>
  </property>
  <property fmtid="{D5CDD505-2E9C-101B-9397-08002B2CF9AE}" pid="15" name="engines">
    <vt:lpwstr/>
  </property>
  <property fmtid="{D5CDD505-2E9C-101B-9397-08002B2CF9AE}" pid="16" name="execute">
    <vt:lpwstr/>
  </property>
  <property fmtid="{D5CDD505-2E9C-101B-9397-08002B2CF9AE}" pid="17" name="header-includes">
    <vt:lpwstr/>
  </property>
  <property fmtid="{D5CDD505-2E9C-101B-9397-08002B2CF9AE}" pid="18" name="include-after">
    <vt:lpwstr/>
  </property>
  <property fmtid="{D5CDD505-2E9C-101B-9397-08002B2CF9AE}" pid="19" name="include-before">
    <vt:lpwstr/>
  </property>
  <property fmtid="{D5CDD505-2E9C-101B-9397-08002B2CF9AE}" pid="20" name="labels">
    <vt:lpwstr/>
  </property>
  <property fmtid="{D5CDD505-2E9C-101B-9397-08002B2CF9AE}" pid="21" name="logo">
    <vt:lpwstr>../theme/figures/met_signature_toptier_rgb.png</vt:lpwstr>
  </property>
  <property fmtid="{D5CDD505-2E9C-101B-9397-08002B2CF9AE}" pid="22" name="monofont">
    <vt:lpwstr>Roboto</vt:lpwstr>
  </property>
  <property fmtid="{D5CDD505-2E9C-101B-9397-08002B2CF9AE}" pid="23" name="resources">
    <vt:lpwstr/>
  </property>
  <property fmtid="{D5CDD505-2E9C-101B-9397-08002B2CF9AE}" pid="24" name="subtitle">
    <vt:lpwstr>Language Modeling, Structured Prediction, &amp; Evaluation</vt:lpwstr>
  </property>
  <property fmtid="{D5CDD505-2E9C-101B-9397-08002B2CF9AE}" pid="25" name="title-slide-attributes">
    <vt:lpwstr/>
  </property>
  <property fmtid="{D5CDD505-2E9C-101B-9397-08002B2CF9AE}" pid="26" name="toc-title">
    <vt:lpwstr>Table of contents</vt:lpwstr>
  </property>
</Properties>
</file>