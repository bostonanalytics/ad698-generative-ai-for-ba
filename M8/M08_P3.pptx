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" Type="http://schemas.openxmlformats.org/officeDocument/2006/relationships/viewProps" Target="viewProps.xml" /><Relationship Id="rId3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AD698 - Applied Generative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Language Modeling, Structured Prediction, &amp; Evaluation</a:t>
            </a:r>
            <a:br/>
            <a:br/>
            <a:r>
              <a:rPr/>
              <a:t>Nakul R. Padalkar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AD698 - Applied Generative AI</dc:title>
  <dc:creator>Nakul R. Padalkar</dc:creator>
  <cp:keywords/>
  <dcterms:created xsi:type="dcterms:W3CDTF">2026-03-23T21:28:31Z</dcterms:created>
  <dcterms:modified xsi:type="dcterms:W3CDTF">2026-03-23T21:28:31Z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rossref">
    <vt:lpwstr/>
  </property>
  <property fmtid="{D5CDD505-2E9C-101B-9397-08002B2CF9AE}" pid="9" name="csl">
    <vt:lpwstr>../mis-quarterly.csl</vt:lpwstr>
  </property>
  <property fmtid="{D5CDD505-2E9C-101B-9397-08002B2CF9AE}" pid="10" name="date">
    <vt:lpwstr>March 12, 2024</vt:lpwstr>
  </property>
  <property fmtid="{D5CDD505-2E9C-101B-9397-08002B2CF9AE}" pid="11" name="date-format">
    <vt:lpwstr>long</vt:lpwstr>
  </property>
  <property fmtid="{D5CDD505-2E9C-101B-9397-08002B2CF9AE}" pid="12" name="date-modified">
    <vt:lpwstr>March 23, 2026</vt:lpwstr>
  </property>
  <property fmtid="{D5CDD505-2E9C-101B-9397-08002B2CF9AE}" pid="13" name="editor">
    <vt:lpwstr/>
  </property>
  <property fmtid="{D5CDD505-2E9C-101B-9397-08002B2CF9AE}" pid="14" name="execute">
    <vt:lpwstr/>
  </property>
  <property fmtid="{D5CDD505-2E9C-101B-9397-08002B2CF9AE}" pid="15" name="header-includes">
    <vt:lpwstr/>
  </property>
  <property fmtid="{D5CDD505-2E9C-101B-9397-08002B2CF9AE}" pid="16" name="include-after">
    <vt:lpwstr/>
  </property>
  <property fmtid="{D5CDD505-2E9C-101B-9397-08002B2CF9AE}" pid="17" name="include-before">
    <vt:lpwstr/>
  </property>
  <property fmtid="{D5CDD505-2E9C-101B-9397-08002B2CF9AE}" pid="18" name="labels">
    <vt:lpwstr/>
  </property>
  <property fmtid="{D5CDD505-2E9C-101B-9397-08002B2CF9AE}" pid="19" name="logo">
    <vt:lpwstr>../theme/figures/met_signature_toptier_rgb.png</vt:lpwstr>
  </property>
  <property fmtid="{D5CDD505-2E9C-101B-9397-08002B2CF9AE}" pid="20" name="monofont">
    <vt:lpwstr>Roboto</vt:lpwstr>
  </property>
  <property fmtid="{D5CDD505-2E9C-101B-9397-08002B2CF9AE}" pid="21" name="resources">
    <vt:lpwstr/>
  </property>
  <property fmtid="{D5CDD505-2E9C-101B-9397-08002B2CF9AE}" pid="22" name="subtitle">
    <vt:lpwstr>Language Modeling, Structured Prediction, &amp; Evaluation</vt:lpwstr>
  </property>
  <property fmtid="{D5CDD505-2E9C-101B-9397-08002B2CF9AE}" pid="23" name="title-slide-attributes">
    <vt:lpwstr/>
  </property>
  <property fmtid="{D5CDD505-2E9C-101B-9397-08002B2CF9AE}" pid="24" name="toc-title">
    <vt:lpwstr>Table of contents</vt:lpwstr>
  </property>
</Properties>
</file>