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Language Modeling, Structured Prediction, &amp; Evaluation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print Revealjs slides</a:t>
            </a:r>
          </a:p>
        </p:txBody>
      </p:sp>
      <p:pic>
        <p:nvPicPr>
          <p:cNvPr descr="../syllabus-images/Printing_Revealjs_Sl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93900"/>
            <a:ext cx="1051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</dc:creator>
  <cp:keywords/>
  <dcterms:created xsi:type="dcterms:W3CDTF">2026-04-22T19:34:17Z</dcterms:created>
  <dcterms:modified xsi:type="dcterms:W3CDTF">2026-04-22T19:34:17Z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April 22, 2026</vt:lpwstr>
  </property>
  <property fmtid="{D5CDD505-2E9C-101B-9397-08002B2CF9AE}" pid="13" name="editor">
    <vt:lpwstr/>
  </property>
  <property fmtid="{D5CDD505-2E9C-101B-9397-08002B2CF9AE}" pid="14" name="engines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resources">
    <vt:lpwstr/>
  </property>
  <property fmtid="{D5CDD505-2E9C-101B-9397-08002B2CF9AE}" pid="23" name="subtitle">
    <vt:lpwstr>Language Modeling, Structured Prediction, &amp; Evaluation</vt:lpwstr>
  </property>
  <property fmtid="{D5CDD505-2E9C-101B-9397-08002B2CF9AE}" pid="24" name="title-slide-attributes">
    <vt:lpwstr/>
  </property>
  <property fmtid="{D5CDD505-2E9C-101B-9397-08002B2CF9AE}" pid="25" name="toc-title">
    <vt:lpwstr>Table of contents</vt:lpwstr>
  </property>
</Properties>
</file>