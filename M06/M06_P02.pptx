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sz="15620"/>
    <p:restoredTop sz="94660"/>
  </p:normalViewPr>
  <p:slideViewPr>
    <p:cSldViewPr snapToGrid="0">
      <p:cViewPr varScale="1">
        <p:scale>
          <a:sx d="100" n="87"/>
          <a:sy d="100" n="87"/>
        </p:scale>
        <p:origin x="384" y="72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CA91F-7BA5-C0EB-F0E7-671EF77E9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28D7E7-96C2-EA98-5CCC-B43274E42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7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D56EA-0EE0-5C81-1AF1-A90102463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339E9-0218-C9F1-C6E6-3BBBCEA727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8E18C-9698-0B1C-32D6-D00534B50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01A8A8-18AA-E309-BBBF-ADF899547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8C9A9-DE19-498F-D414-0DAB4823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900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E9B690-E2E9-2F3E-15D3-BBD15BCD7B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F1D22-D975-851F-2B8F-D8675D164B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10542-6047-78D6-51D8-E2C25AA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DE4BB-8AC4-98F4-5B65-D97C695FD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8EDC0-E356-84E3-D1A0-CB3FEE1E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063D6-309C-6044-E7F3-B0FAEA37F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02399-0D40-0F1A-A770-6D3B06F65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CD09DC-44A3-F7F4-2C2A-4A87B75C4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3CC0E-1DBD-1E37-CAEF-2C3E53291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C59C24-6840-1606-934C-D0F85A333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8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3AB56-8CD1-20AD-7F41-D2359C469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1AA7-1865-2AE9-0012-512FE36BF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A8275-F8D3-F29E-6C64-94671346C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A5AD60-9148-E9A7-3F6B-DF76A20838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219CA0-0D5D-C6C9-AC0D-2AD322F24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D0A9E-58E0-AD7C-832D-666F0331C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782E-EAC7-5EC8-E342-7786EB3D7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5C0ED-7820-62DB-F17A-7BDA0542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19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2CE0-5040-0A33-C14C-2137A06E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90265-B49C-90FA-BB33-302D063BD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0293D5-F9F7-9556-47AE-7EF33815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2ABE5A-1615-1E58-6B04-545C84246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601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6FB9E7-6D00-B906-95F1-BED78B2F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80D94-FDFD-6A9D-CF2D-16141833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0434E-D9EF-F897-D66D-C0A37DE4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8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8C0B0-BBFF-D266-F6CB-C0F9CB82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9E927-AB12-1E59-90ED-6839F5357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88397-2BCC-3DCA-BE8B-B9B0AFAC1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A326D9-5E8D-09C1-A9C2-C8F48F43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8F8E6B-D22C-98FB-198C-1BB554D53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3F39BA-97EF-2C84-8B25-95108D04F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8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4914-FAF0-2D41-27D2-ACEEBCAFD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163E3D-B2EA-73D8-F8BD-4FC6CFE9F2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460945-1A23-C88B-02B1-FFE35A654C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B01162-C90D-62D4-B1FE-6ED1CC41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CCE0DB-431B-1663-6E56-FACE12F6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7E0E3-58EB-A96B-0DC5-4C38F790A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25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BD8B3-BF98-9170-B5E2-AB324C190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A0CF88-F56C-9B83-A911-CD1BE263D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2220D-2D18-9924-A1FF-F615EE1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606C5-2E91-950E-6217-C2FFF7C0F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31CD6-A18E-FC5E-733D-9C3339F2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3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6519DF-9D34-5391-8746-EC512C3526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60643-0E91-7673-E36A-B41441E8A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16EB6-0BAD-C04E-CCEF-DCB8848E7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A6A13-3660-187A-E0CE-B4EDE98C0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83B47-2423-4DA4-61B2-0AE56FB2D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85962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C6EC8C-ECCF-C0A3-FC0A-2563865B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B754C2-B7E9-ABF6-FA3F-D6E2E255A47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2E8DE5-BF1B-A82F-89A6-D45E288D7ED3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B35803-9CA0-4F4B-9C61-F2977600894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BCAFD-7F89-6E4D-3B08-A1E78396CF3A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9B5DEB-9294-F5ED-21D5-974F52B9344E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85662-8DBD-4390-B4FE-C0C11D6B62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747376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1D81-A8D4-E293-8BE5-C77E344E4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M06 Presentation 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646A98-9843-1672-53BD-52DF183FEF52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Nakul R. Padalkar</a:t>
            </a:r>
            <a:br/>
            <a:r>
              <a:rPr/>
              <a:t>Author Two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2C9A2-E612-B72C-7008-EE9B265F83E5}"/>
              </a:ext>
            </a:extLst>
          </p:cNvPr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12, 2024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C826-B192-8566-FA0F-8917992F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M06 Presentation 02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M06 Presentation 02</dc:title>
  <dc:creator>Nakul R. Padalkar; Author Two</dc:creator>
  <cp:keywords/>
  <dcterms:created xsi:type="dcterms:W3CDTF">2025-11-20T15:44:25Z</dcterms:created>
  <dcterms:modified xsi:type="dcterms:W3CDTF">2025-11-20T15:44:25Z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../references.bib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crossref">
    <vt:lpwstr/>
  </property>
  <property fmtid="{D5CDD505-2E9C-101B-9397-08002B2CF9AE}" pid="9" name="csl">
    <vt:lpwstr>../mis-quarterly.csl</vt:lpwstr>
  </property>
  <property fmtid="{D5CDD505-2E9C-101B-9397-08002B2CF9AE}" pid="10" name="date">
    <vt:lpwstr>March 12, 2024</vt:lpwstr>
  </property>
  <property fmtid="{D5CDD505-2E9C-101B-9397-08002B2CF9AE}" pid="11" name="date-format">
    <vt:lpwstr>long</vt:lpwstr>
  </property>
  <property fmtid="{D5CDD505-2E9C-101B-9397-08002B2CF9AE}" pid="12" name="date-modified">
    <vt:lpwstr>November 20, 2025</vt:lpwstr>
  </property>
  <property fmtid="{D5CDD505-2E9C-101B-9397-08002B2CF9AE}" pid="13" name="editor">
    <vt:lpwstr/>
  </property>
  <property fmtid="{D5CDD505-2E9C-101B-9397-08002B2CF9AE}" pid="14" name="execute">
    <vt:lpwstr/>
  </property>
  <property fmtid="{D5CDD505-2E9C-101B-9397-08002B2CF9AE}" pid="15" name="header-includes">
    <vt:lpwstr/>
  </property>
  <property fmtid="{D5CDD505-2E9C-101B-9397-08002B2CF9AE}" pid="16" name="include-after">
    <vt:lpwstr/>
  </property>
  <property fmtid="{D5CDD505-2E9C-101B-9397-08002B2CF9AE}" pid="17" name="include-before">
    <vt:lpwstr/>
  </property>
  <property fmtid="{D5CDD505-2E9C-101B-9397-08002B2CF9AE}" pid="18" name="labels">
    <vt:lpwstr/>
  </property>
  <property fmtid="{D5CDD505-2E9C-101B-9397-08002B2CF9AE}" pid="19" name="logo">
    <vt:lpwstr>../theme/figures/met_signature_toptier_rgb.png</vt:lpwstr>
  </property>
  <property fmtid="{D5CDD505-2E9C-101B-9397-08002B2CF9AE}" pid="20" name="monofont">
    <vt:lpwstr>Roboto</vt:lpwstr>
  </property>
  <property fmtid="{D5CDD505-2E9C-101B-9397-08002B2CF9AE}" pid="21" name="title-slide-attributes">
    <vt:lpwstr/>
  </property>
  <property fmtid="{D5CDD505-2E9C-101B-9397-08002B2CF9AE}" pid="22" name="toc-title">
    <vt:lpwstr>Table of contents</vt:lpwstr>
  </property>
</Properties>
</file>