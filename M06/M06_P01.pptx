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" Type="http://schemas.openxmlformats.org/officeDocument/2006/relationships/viewProps" Target="viewProps.xml" /><Relationship Id="rId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M06: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Generative AI for Predictive Analytics &amp; Forecasting</a:t>
            </a: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M06: Presentation</dc:title>
  <dc:creator>Nakul R. Padalkar; Author Two</dc:creator>
  <cp:keywords/>
  <dcterms:created xsi:type="dcterms:W3CDTF">2025-12-04T02:10:32Z</dcterms:created>
  <dcterms:modified xsi:type="dcterms:W3CDTF">2025-12-04T02:10:32Z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December 4,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subtitle">
    <vt:lpwstr>Generative AI for Predictive Analytics &amp; Forecasting</vt:lpwstr>
  </property>
  <property fmtid="{D5CDD505-2E9C-101B-9397-08002B2CF9AE}" pid="23" name="title-slide-attributes">
    <vt:lpwstr/>
  </property>
  <property fmtid="{D5CDD505-2E9C-101B-9397-08002B2CF9AE}" pid="24" name="toc-title">
    <vt:lpwstr>Table of contents</vt:lpwstr>
  </property>
</Properties>
</file>