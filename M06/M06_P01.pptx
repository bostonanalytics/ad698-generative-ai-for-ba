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M06: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Generative AI for Predictive Analytics &amp; Forecasting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M06: Presentation</dc:title>
  <dc:creator>Nakul R. Padalkar; Author Two</dc:creator>
  <cp:keywords/>
  <dcterms:created xsi:type="dcterms:W3CDTF">2025-11-20T15:44:25Z</dcterms:created>
  <dcterms:modified xsi:type="dcterms:W3CDTF">2025-11-20T15:44:25Z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November 20, 2025</vt:lpwstr>
  </property>
  <property fmtid="{D5CDD505-2E9C-101B-9397-08002B2CF9AE}" pid="13" name="editor">
    <vt:lpwstr/>
  </property>
  <property fmtid="{D5CDD505-2E9C-101B-9397-08002B2CF9AE}" pid="14" name="execute">
    <vt:lpwstr/>
  </property>
  <property fmtid="{D5CDD505-2E9C-101B-9397-08002B2CF9AE}" pid="15" name="header-includes">
    <vt:lpwstr/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logo">
    <vt:lpwstr>../theme/figures/met_signature_toptier_rgb.png</vt:lpwstr>
  </property>
  <property fmtid="{D5CDD505-2E9C-101B-9397-08002B2CF9AE}" pid="20" name="monofont">
    <vt:lpwstr>Roboto</vt:lpwstr>
  </property>
  <property fmtid="{D5CDD505-2E9C-101B-9397-08002B2CF9AE}" pid="21" name="subtitle">
    <vt:lpwstr>Generative AI for Predictive Analytics &amp; Forecasting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