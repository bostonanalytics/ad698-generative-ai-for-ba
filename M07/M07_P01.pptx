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Business Dashboards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M07: Presentation</dc:title>
  <dc:creator>Nakul R. Padalkar; Author Two</dc:creator>
  <cp:keywords/>
  <dcterms:created xsi:type="dcterms:W3CDTF">2025-11-20T16:16:48Z</dcterms:created>
  <dcterms:modified xsi:type="dcterms:W3CDTF">2025-11-20T16:16:48Z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AI-Powered Business Dashboards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