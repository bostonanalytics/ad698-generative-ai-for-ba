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M04 Presentation 02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print Revealjs slides</a:t>
            </a:r>
          </a:p>
        </p:txBody>
      </p:sp>
      <p:pic>
        <p:nvPicPr>
          <p:cNvPr descr="../syllabus-images/Printing_Revealjs_Slid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1993900"/>
            <a:ext cx="10515600" cy="398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M04 Presentation 02</dc:title>
  <dc:creator>Nakul R. Padalkar; Author Two</dc:creator>
  <cp:keywords/>
  <dcterms:created xsi:type="dcterms:W3CDTF">2026-04-22T19:32:07Z</dcterms:created>
  <dcterms:modified xsi:type="dcterms:W3CDTF">2026-04-22T19:32:07Z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rossref">
    <vt:lpwstr/>
  </property>
  <property fmtid="{D5CDD505-2E9C-101B-9397-08002B2CF9AE}" pid="9" name="csl">
    <vt:lpwstr>../mis-quarterly.csl</vt:lpwstr>
  </property>
  <property fmtid="{D5CDD505-2E9C-101B-9397-08002B2CF9AE}" pid="10" name="date">
    <vt:lpwstr>March 12, 2024</vt:lpwstr>
  </property>
  <property fmtid="{D5CDD505-2E9C-101B-9397-08002B2CF9AE}" pid="11" name="date-format">
    <vt:lpwstr>long</vt:lpwstr>
  </property>
  <property fmtid="{D5CDD505-2E9C-101B-9397-08002B2CF9AE}" pid="12" name="date-modified">
    <vt:lpwstr>April 22, 2026</vt:lpwstr>
  </property>
  <property fmtid="{D5CDD505-2E9C-101B-9397-08002B2CF9AE}" pid="13" name="editor">
    <vt:lpwstr/>
  </property>
  <property fmtid="{D5CDD505-2E9C-101B-9397-08002B2CF9AE}" pid="14" name="engines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resources">
    <vt:lpwstr/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