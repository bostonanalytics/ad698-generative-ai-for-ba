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A5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75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A72DE-3502-8E34-6BD1-701D383632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ctr">
            <a:normAutofit/>
          </a:bodyPr>
          <a:lstStyle>
            <a:lvl1pPr algn="l"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DCE6777-B8AE-37D8-0D1D-7A6504C280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l">
              <a:buNone/>
              <a:defRPr sz="1800" b="1" i="1">
                <a:solidFill>
                  <a:srgbClr val="002060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E442BF-69FF-34A5-D2D2-7DB059B495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280D4-9E1D-4994-87F5-F9C7550664B0}" type="datetimeFigureOut">
              <a:rPr lang="en-US" smtClean="0"/>
              <a:t>1/26/2025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963336-5686-E191-7B36-1B2ED3B140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15994B-36F8-D90F-C6A2-18F962A28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F4ACD3-F245-4402-8F26-BAA4D0DA37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21519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5E0BCD-93A2-9665-6F82-51CD2B3ECC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FD0690-B6AD-B647-8A54-C70186187D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45219"/>
            <a:ext cx="10515600" cy="503174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ACDCBF-7B90-9766-0A5C-054AC366EA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280D4-9E1D-4994-87F5-F9C7550664B0}" type="datetimeFigureOut">
              <a:rPr lang="en-US" smtClean="0"/>
              <a:t>1/26/2025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197C24-473B-EF88-705F-8BC69DA238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2698A8-C1ED-9AD4-E777-64407D9534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F4ACD3-F245-4402-8F26-BAA4D0DA37AD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28658E9-9870-F748-EBD3-E39747240BE4}"/>
              </a:ext>
            </a:extLst>
          </p:cNvPr>
          <p:cNvCxnSpPr/>
          <p:nvPr userDrawn="1"/>
        </p:nvCxnSpPr>
        <p:spPr>
          <a:xfrm>
            <a:off x="838200" y="867267"/>
            <a:ext cx="10515600" cy="0"/>
          </a:xfrm>
          <a:prstGeom prst="line">
            <a:avLst/>
          </a:prstGeom>
          <a:ln w="25400">
            <a:solidFill>
              <a:srgbClr val="FFA5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835740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26000">
              <a:schemeClr val="accent1">
                <a:lumMod val="45000"/>
                <a:lumOff val="55000"/>
              </a:schemeClr>
            </a:gs>
            <a:gs pos="59000">
              <a:srgbClr val="0070C0"/>
            </a:gs>
            <a:gs pos="100000">
              <a:srgbClr val="002060"/>
            </a:gs>
          </a:gsLst>
          <a:lin ang="10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1624DF-33DE-D756-2A08-58BED90359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36F735-7E08-4CC2-A2C3-AD51424AA8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rgbClr val="002060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007019-DE59-3D43-408A-AB6FC4F7C1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280D4-9E1D-4994-87F5-F9C7550664B0}" type="datetimeFigureOut">
              <a:rPr lang="en-US" smtClean="0"/>
              <a:t>1/26/2025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E79A4A-8BE6-F2B5-D051-AF77410AC8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AF7A74-1120-7424-375E-A26CB790A1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F4ACD3-F245-4402-8F26-BAA4D0DA37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27894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B49EA1-D39B-BBCC-3984-E6617F4341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5961F6-D4CB-9CB5-A820-73C4550ABB2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102937"/>
            <a:ext cx="5181600" cy="507402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D4634A-8490-7321-22C6-6E4CB481D1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102937"/>
            <a:ext cx="5181600" cy="507402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02CA12-BFAC-0F8B-C13A-706FDFB671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280D4-9E1D-4994-87F5-F9C7550664B0}" type="datetimeFigureOut">
              <a:rPr lang="en-US" smtClean="0"/>
              <a:t>1/26/2025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E31C3C-521F-AA3D-29F0-0F00148E25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618F9-ABAE-7C02-C98E-A61976FFC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F4ACD3-F245-4402-8F26-BAA4D0DA37AD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4895E89-34F6-C893-8B98-D13DA473F390}"/>
              </a:ext>
            </a:extLst>
          </p:cNvPr>
          <p:cNvCxnSpPr/>
          <p:nvPr userDrawn="1"/>
        </p:nvCxnSpPr>
        <p:spPr>
          <a:xfrm>
            <a:off x="838200" y="867267"/>
            <a:ext cx="10515600" cy="0"/>
          </a:xfrm>
          <a:prstGeom prst="line">
            <a:avLst/>
          </a:prstGeom>
          <a:ln w="25400">
            <a:solidFill>
              <a:srgbClr val="FFA5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49135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41E55B-E28F-C8EA-CDB6-5CF0DBAF75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024527"/>
            <a:ext cx="5157787" cy="446053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5B2C82-4435-8252-F020-9CDC6E5921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1627839"/>
            <a:ext cx="5157787" cy="45618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012C53A-75A7-DF52-8E78-4E5D9C8A84B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024527"/>
            <a:ext cx="5183188" cy="446053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A6CFDFD-0357-A26B-97A0-5A06AA795EA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1627839"/>
            <a:ext cx="5183188" cy="45618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F88E65D-3482-CEE9-2D7B-9C892D6DA0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280D4-9E1D-4994-87F5-F9C7550664B0}" type="datetimeFigureOut">
              <a:rPr lang="en-US" smtClean="0"/>
              <a:t>1/26/2025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4F16B4D-F686-679B-B5B5-029F1A256A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7635395-7D5F-B567-D877-1C86A74FBD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F4ACD3-F245-4402-8F26-BAA4D0DA37AD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067DF6FF-C3FF-F77D-99D7-72D0E3135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9271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03319CF-0F0F-7A6A-29F9-47673FA14E89}"/>
              </a:ext>
            </a:extLst>
          </p:cNvPr>
          <p:cNvCxnSpPr/>
          <p:nvPr userDrawn="1"/>
        </p:nvCxnSpPr>
        <p:spPr>
          <a:xfrm>
            <a:off x="838200" y="867267"/>
            <a:ext cx="10515600" cy="0"/>
          </a:xfrm>
          <a:prstGeom prst="line">
            <a:avLst/>
          </a:prstGeom>
          <a:ln w="25400">
            <a:solidFill>
              <a:srgbClr val="FFA5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77042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_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41E55B-E28F-C8EA-CDB6-5CF0DBAF75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024527"/>
            <a:ext cx="5157787" cy="446053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5B2C82-4435-8252-F020-9CDC6E5921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1627839"/>
            <a:ext cx="5157787" cy="45618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012C53A-75A7-DF52-8E78-4E5D9C8A84B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024527"/>
            <a:ext cx="5183188" cy="446053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F88E65D-3482-CEE9-2D7B-9C892D6DA0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280D4-9E1D-4994-87F5-F9C7550664B0}" type="datetimeFigureOut">
              <a:rPr lang="en-US" smtClean="0"/>
              <a:t>1/26/2025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4F16B4D-F686-679B-B5B5-029F1A256A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7635395-7D5F-B567-D877-1C86A74FBD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F4ACD3-F245-4402-8F26-BAA4D0DA37AD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067DF6FF-C3FF-F77D-99D7-72D0E3135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9271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03319CF-0F0F-7A6A-29F9-47673FA14E89}"/>
              </a:ext>
            </a:extLst>
          </p:cNvPr>
          <p:cNvCxnSpPr/>
          <p:nvPr userDrawn="1"/>
        </p:nvCxnSpPr>
        <p:spPr>
          <a:xfrm>
            <a:off x="838200" y="867267"/>
            <a:ext cx="10515600" cy="0"/>
          </a:xfrm>
          <a:prstGeom prst="line">
            <a:avLst/>
          </a:prstGeom>
          <a:ln w="25400">
            <a:solidFill>
              <a:srgbClr val="FFA5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EF16BE6-5ACF-0C1D-1559-60BD2E2B2297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938455963"/>
              </p:ext>
            </p:extLst>
          </p:nvPr>
        </p:nvGraphicFramePr>
        <p:xfrm>
          <a:off x="6172200" y="1627839"/>
          <a:ext cx="5157788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894">
                  <a:extLst>
                    <a:ext uri="{9D8B030D-6E8A-4147-A177-3AD203B41FA5}">
                      <a16:colId xmlns:a16="http://schemas.microsoft.com/office/drawing/2014/main" val="505245955"/>
                    </a:ext>
                  </a:extLst>
                </a:gridCol>
                <a:gridCol w="2578894">
                  <a:extLst>
                    <a:ext uri="{9D8B030D-6E8A-4147-A177-3AD203B41FA5}">
                      <a16:colId xmlns:a16="http://schemas.microsoft.com/office/drawing/2014/main" val="62868554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37474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18180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21577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5463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16301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136254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699A48-BC49-739B-A2BF-7B8699F622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CC364C6-FDE6-2A73-9A84-82A6FB69D6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280D4-9E1D-4994-87F5-F9C7550664B0}" type="datetimeFigureOut">
              <a:rPr lang="en-US" smtClean="0"/>
              <a:t>1/26/2025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96ACA7-6C76-1CB6-581F-B12C91E92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1BCDC1-F19B-EA2B-611E-9B4F3ADFB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F4ACD3-F245-4402-8F26-BAA4D0DA37AD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5D4974D-4DAC-8B76-C2FE-ABE76AD69A05}"/>
              </a:ext>
            </a:extLst>
          </p:cNvPr>
          <p:cNvCxnSpPr/>
          <p:nvPr userDrawn="1"/>
        </p:nvCxnSpPr>
        <p:spPr>
          <a:xfrm>
            <a:off x="838200" y="867267"/>
            <a:ext cx="10515600" cy="0"/>
          </a:xfrm>
          <a:prstGeom prst="line">
            <a:avLst/>
          </a:prstGeom>
          <a:ln w="25400">
            <a:solidFill>
              <a:srgbClr val="FFA5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552320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B20A363-68B8-C7FC-06DC-27AB380421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280D4-9E1D-4994-87F5-F9C7550664B0}" type="datetimeFigureOut">
              <a:rPr lang="en-US" smtClean="0"/>
              <a:t>1/26/2025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3F3B7A4-76EB-2E9B-000B-FBA4C4F4B6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0731B7-C5EB-BCC7-AD1F-8A8E98AED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F4ACD3-F245-4402-8F26-BAA4D0DA37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67461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A53B65-62D8-BF63-8D17-004CB074F7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867266"/>
            <a:ext cx="3932237" cy="119013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70D535-5EC8-0AC4-1746-B59617413C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867267"/>
            <a:ext cx="6172200" cy="499378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FB80E1-2B5C-7132-5F2F-5118128AE6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95E7AD-58A1-270F-CBBC-13BC2B752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280D4-9E1D-4994-87F5-F9C7550664B0}" type="datetimeFigureOut">
              <a:rPr lang="en-US" smtClean="0"/>
              <a:t>1/26/2025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9472D4-5A08-2658-371F-64B8310650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A06949-5B8D-B5D7-A35B-C982017FA4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F4ACD3-F245-4402-8F26-BAA4D0DA37AD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80AF00F-6BA1-6430-5FD1-3188CF686FA0}"/>
              </a:ext>
            </a:extLst>
          </p:cNvPr>
          <p:cNvCxnSpPr/>
          <p:nvPr userDrawn="1"/>
        </p:nvCxnSpPr>
        <p:spPr>
          <a:xfrm>
            <a:off x="838200" y="867267"/>
            <a:ext cx="10515600" cy="0"/>
          </a:xfrm>
          <a:prstGeom prst="line">
            <a:avLst/>
          </a:prstGeom>
          <a:ln w="25400">
            <a:solidFill>
              <a:srgbClr val="FFA5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7798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8DEA90-3AE1-EEAB-D455-C3BD35B07B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936DD3E-AC9C-25BD-0058-25AC56881D7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4D394F-4D00-E5C4-6AFA-56FD29A81B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D62BF5-C207-97F1-2BFF-D6FD00F690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280D4-9E1D-4994-87F5-F9C7550664B0}" type="datetimeFigureOut">
              <a:rPr lang="en-US" smtClean="0"/>
              <a:t>1/26/2025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4CC25E-4948-5DAD-C800-7009DB923F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17705D-A087-2744-71CF-25A75A084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F4ACD3-F245-4402-8F26-BAA4D0DA37AD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6555C7F-EBCC-1375-0C47-A0002D3782E5}"/>
              </a:ext>
            </a:extLst>
          </p:cNvPr>
          <p:cNvCxnSpPr/>
          <p:nvPr userDrawn="1"/>
        </p:nvCxnSpPr>
        <p:spPr>
          <a:xfrm>
            <a:off x="838200" y="867267"/>
            <a:ext cx="10515600" cy="0"/>
          </a:xfrm>
          <a:prstGeom prst="line">
            <a:avLst/>
          </a:prstGeom>
          <a:ln w="25400">
            <a:solidFill>
              <a:srgbClr val="FFA5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089315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F25B6-D1FD-0DD3-189C-E07557F67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76A85B-22A3-11A2-F8B5-CC5ADD8CE2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CEC985-F44A-D2CB-3294-4BD8EBA52A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280D4-9E1D-4994-87F5-F9C7550664B0}" type="datetimeFigureOut">
              <a:rPr lang="en-US" smtClean="0"/>
              <a:t>1/26/2025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41883D-3C2E-D2BC-2F8D-5DDB566F0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72D0B3-E7CB-439A-73A5-BE58D00DE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F4ACD3-F245-4402-8F26-BAA4D0DA37AD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CEC35BF-6EB3-AFD9-8E0C-51C9BF9D1F6F}"/>
              </a:ext>
            </a:extLst>
          </p:cNvPr>
          <p:cNvCxnSpPr/>
          <p:nvPr userDrawn="1"/>
        </p:nvCxnSpPr>
        <p:spPr>
          <a:xfrm>
            <a:off x="838200" y="867267"/>
            <a:ext cx="10515600" cy="0"/>
          </a:xfrm>
          <a:prstGeom prst="line">
            <a:avLst/>
          </a:prstGeom>
          <a:ln w="25400">
            <a:solidFill>
              <a:srgbClr val="FFA5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5869067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43B586E-A21D-25FD-2EA7-01648404C55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9394DFA-431A-CF8A-3464-6E6F555C39A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6BD031-8F5F-8CB8-3FBE-0BE9A896A2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280D4-9E1D-4994-87F5-F9C7550664B0}" type="datetimeFigureOut">
              <a:rPr lang="en-US" smtClean="0"/>
              <a:t>1/26/2025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4B56B4-CC30-5388-EED8-7364E0281E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99BFD4-3783-6AE7-1A57-3D3A28DDC5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F4ACD3-F245-4402-8F26-BAA4D0DA37AD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3D9F774-19F8-65C3-1041-1051738D8497}"/>
              </a:ext>
            </a:extLst>
          </p:cNvPr>
          <p:cNvCxnSpPr>
            <a:cxnSpLocks/>
          </p:cNvCxnSpPr>
          <p:nvPr userDrawn="1"/>
        </p:nvCxnSpPr>
        <p:spPr>
          <a:xfrm>
            <a:off x="8724900" y="365125"/>
            <a:ext cx="0" cy="5811838"/>
          </a:xfrm>
          <a:prstGeom prst="line">
            <a:avLst/>
          </a:prstGeom>
          <a:ln w="25400">
            <a:solidFill>
              <a:srgbClr val="FFA5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98824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A96326A-5209-8DEE-7744-3FC854912E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92714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861114-2526-2940-097A-A953D54A99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998489"/>
            <a:ext cx="10515600" cy="41784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8583F-E77A-5CEA-7FF0-853568AA5E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F5280D4-9E1D-4994-87F5-F9C7550664B0}" type="datetimeFigureOut">
              <a:rPr lang="en-US" smtClean="0"/>
              <a:t>1/26/2025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3BC61B-37F8-85F8-55B2-185728E68B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0FC21A-4700-6889-30E1-4C17435E1D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F4ACD3-F245-4402-8F26-BAA4D0DA37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62559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60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b="1" kern="1200">
          <a:solidFill>
            <a:srgbClr val="00206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4F445E45-F705-2A2C-7C42-2E44EF15C1B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Big Data and Cloud Analytics for Business</a:t>
            </a:r>
            <a:br>
              <a:rPr lang="en-US" dirty="0"/>
            </a:br>
            <a:r>
              <a:rPr lang="en-US" sz="1800" b="0" i="1" dirty="0">
                <a:solidFill>
                  <a:srgbClr val="FFA500"/>
                </a:solidFill>
              </a:rPr>
              <a:t>Lecture </a:t>
            </a:r>
            <a:endParaRPr lang="en-US" b="0" i="1" dirty="0">
              <a:solidFill>
                <a:srgbClr val="FFA500"/>
              </a:solidFill>
            </a:endParaRPr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830410C3-23CD-5A72-3F67-F22C0051F39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70180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AD9570-1BAB-BBDB-444A-BFFF001489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50BA6C-F710-49CB-5654-BFBA76391E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12467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</TotalTime>
  <Words>9</Words>
  <Application>Microsoft Office PowerPoint</Application>
  <PresentationFormat>Widescreen</PresentationFormat>
  <Paragraphs>1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Big Data and Cloud Analytics for Business Lecture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Padalkar, Nakul R.</dc:creator>
  <cp:lastModifiedBy>Padalkar, Nakul R.</cp:lastModifiedBy>
  <cp:revision>5</cp:revision>
  <dcterms:created xsi:type="dcterms:W3CDTF">2024-11-18T01:51:03Z</dcterms:created>
  <dcterms:modified xsi:type="dcterms:W3CDTF">2025-01-26T21:00:17Z</dcterms:modified>
</cp:coreProperties>
</file>