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Name of the Course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the First Class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Objectives:</a:t>
            </a:r>
          </a:p>
          <a:p>
            <a:pPr lvl="1"/>
            <a:r>
              <a:rPr/>
              <a:t>Understand the breadth of generative AI technologies</a:t>
            </a:r>
          </a:p>
          <a:p>
            <a:pPr lvl="1"/>
            <a:r>
              <a:rPr/>
              <a:t>Explore core generative model architectures</a:t>
            </a:r>
          </a:p>
          <a:p>
            <a:pPr lvl="1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Definition: AI systems that can create new content</a:t>
            </a:r>
          </a:p>
          <a:p>
            <a:pPr lvl="0" indent="0" marL="0">
              <a:buNone/>
            </a:pPr>
            <a:r>
              <a:rPr/>
              <a:t>Generative Al can be thought of as a machine-learning model that is trained to create new data, rather than making a prediction about a specific dataset. A generative AI system is one that learns to generate more objects that look like the data it was trained on.</a:t>
            </a:r>
          </a:p>
          <a:p>
            <a:pPr lvl="0" indent="0" marL="0">
              <a:buNone/>
            </a:pPr>
            <a:r>
              <a:rPr/>
              <a:t>Source: https://news.mit.edu/2023/explained-generative-ai-7109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Al (contd.)?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0"/>
            <a:r>
              <a:rPr/>
              <a:t>Learning from existing data</a:t>
            </a:r>
          </a:p>
          <a:p>
            <a:pPr lvl="0"/>
            <a:r>
              <a:rPr/>
              <a:t>Generating novel, contextually relevant outputs</a:t>
            </a:r>
          </a:p>
          <a:p>
            <a:pPr lvl="0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Language Models</a:t>
            </a:r>
          </a:p>
          <a:p>
            <a:pPr lvl="0"/>
            <a:r>
              <a:rPr/>
              <a:t>GPT (Generative Pre-trained Transformer)</a:t>
            </a:r>
          </a:p>
          <a:p>
            <a:pPr lvl="0"/>
            <a:r>
              <a:rPr/>
              <a:t>BERT (Bidirectional Encoder Representations)</a:t>
            </a:r>
          </a:p>
          <a:p>
            <a:pPr lvl="0" indent="-457200" marL="457200">
              <a:buAutoNum startAt="2" type="arabicPeriod"/>
            </a:pPr>
            <a:r>
              <a:rPr/>
              <a:t>Image Generation Models</a:t>
            </a:r>
          </a:p>
          <a:p>
            <a:pPr lvl="0"/>
            <a:r>
              <a:rPr/>
              <a:t>DALL-E</a:t>
            </a:r>
          </a:p>
          <a:p>
            <a:pPr lvl="0"/>
            <a:r>
              <a:rPr/>
              <a:t>Stable Diffusion</a:t>
            </a:r>
          </a:p>
          <a:p>
            <a:pPr lvl="0"/>
            <a:r>
              <a:rPr/>
              <a:t>Midjourney</a:t>
            </a:r>
          </a:p>
          <a:p>
            <a:pPr lvl="0" indent="-457200" marL="457200">
              <a:buAutoNum startAt="3" type="arabicPeriod"/>
            </a:pPr>
            <a:r>
              <a:rPr/>
              <a:t>Multimodal Models</a:t>
            </a:r>
          </a:p>
          <a:p>
            <a:pPr lvl="0"/>
            <a:r>
              <a:rPr/>
              <a:t>Amazon Nova</a:t>
            </a:r>
          </a:p>
          <a:p>
            <a:pPr lvl="0"/>
            <a:r>
              <a:rPr/>
              <a:t>Meta Llama 3.2 and 3.3</a:t>
            </a:r>
          </a:p>
          <a:p>
            <a:pPr lvl="0"/>
            <a:r>
              <a:rPr/>
              <a:t>Gemini</a:t>
            </a:r>
          </a:p>
          <a:p>
            <a:pPr lvl="0"/>
            <a:r>
              <a:rPr/>
              <a:t>GPT-4</a:t>
            </a:r>
          </a:p>
          <a:p>
            <a:pPr lvl="0" indent="0" marL="0">
              <a:buNone/>
            </a:pPr>
            <a:r>
              <a:rPr/>
              <a:t>Transformer Architecture - Fundamental Concepts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Self-Aitenion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Al Systems</a:t>
            </a:r>
          </a:p>
          <a:p>
            <a:pPr lvl="0"/>
            <a:r>
              <a:rPr/>
              <a:t>Conversational Al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3BluelBrown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In-Coniexi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of the Course</dc:title>
  <dc:creator>Nakul R. Padalkar; Author Two</dc:creator>
  <cp:keywords/>
  <dcterms:created xsi:type="dcterms:W3CDTF">2025-11-20T16:16:50Z</dcterms:created>
  <dcterms:modified xsi:type="dcterms:W3CDTF">2025-11-20T16:16:50Z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Title of the First Class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