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M00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M00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M00 Presentation 02</dc:title>
  <dc:creator>Nakul R. Padalkar; Author Two</dc:creator>
  <cp:keywords/>
  <dcterms:created xsi:type="dcterms:W3CDTF">2025-12-04T02:09:22Z</dcterms:created>
  <dcterms:modified xsi:type="dcterms:W3CDTF">2025-12-04T02:09:22Z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December 4,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