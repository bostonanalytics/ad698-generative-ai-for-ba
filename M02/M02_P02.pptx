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20"/>
    <p:restoredTop sz="94660"/>
  </p:normalViewPr>
  <p:slideViewPr>
    <p:cSldViewPr snapToGrid="0">
      <p:cViewPr varScale="1">
        <p:scale>
          <a:sx d="100" n="87"/>
          <a:sy d="100" n="87"/>
        </p:scale>
        <p:origin x="384" y="72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5" Type="http://schemas.openxmlformats.org/officeDocument/2006/relationships/viewProps" Target="viewProps.xml" /><Relationship Id="rId4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4CA91F-7BA5-C0EB-F0E7-671EF77E93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28D7E7-96C2-EA98-5CCC-B43274E42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5572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D8E18C-9698-0B1C-32D6-D00534B50E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01A8A8-18AA-E309-BBBF-ADF899547C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38C9A9-DE19-498F-D414-0DAB4823D7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89007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E9B690-E2E9-2F3E-15D3-BBD15BCD7B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8F1D22-D975-851F-2B8F-D8675D164B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710542-6047-78D6-51D8-E2C25AA6BB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1DE4BB-8AC4-98F4-5B65-D97C695FD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26555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8EDC0-E356-84E3-D1A0-CB3FEE1EC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063D6-309C-6044-E7F3-B0FAEA37F82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8502399-0D40-0F1A-A770-6D3B06F653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CD09DC-44A3-F7F4-2C2A-4A87B75C4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83CC0E-1DBD-1E37-CAEF-2C3E532912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C59C24-6840-1606-934C-D0F85A333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1484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93AB56-8CD1-20AD-7F41-D2359C4693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D21AA7-1865-2AE9-0012-512FE36BF6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ABA8275-F8D3-F29E-6C64-94671346CF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A5AD60-9148-E9A7-3F6B-DF76A20838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219CA0-0D5D-C6C9-AC0D-2AD322F245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09D0A9E-58E0-AD7C-832D-666F0331CF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08D782E-EAC7-5EC8-E342-7786EB3D7B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BA5C0ED-7820-62DB-F17A-7BDA0542A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09191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2C2CE0-5040-0A33-C14C-2137A06EB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A90265-B49C-90FA-BB33-302D063BDF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50293D5-F9F7-9556-47AE-7EF33815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2ABE5A-1615-1E58-6B04-545C84246B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56019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A6FB9E7-6D00-B906-95F1-BED78B2F42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8A80D94-FDFD-6A9D-CF2D-1614183337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A0434E-D9EF-F897-D66D-C0A37DE4BF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73852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8C0B0-BBFF-D266-F6CB-C0F9CB82E1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59E927-AB12-1E59-90ED-6839F5357C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F88397-2BCC-3DCA-BE8B-B9B0AFAC1E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A326D9-5E8D-09C1-A9C2-C8F48F4396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8F8E6B-D22C-98FB-198C-1BB554D53D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3F39BA-97EF-2C84-8B25-95108D04F9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598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C74914-FAF0-2D41-27D2-ACEEBCAFD5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6163E3D-B2EA-73D8-F8BD-4FC6CFE9F28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460945-1A23-C88B-02B1-FFE35A654C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B01162-C90D-62D4-B1FE-6ED1CC412B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CCE0DB-431B-1663-6E56-FACE12F67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E7E0E3-58EB-A96B-0DC5-4C38F790A9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62580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0BD8B3-BF98-9170-B5E2-AB324C1905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A0CF88-F56C-9B83-A911-CD1BE263D4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12220D-2D18-9924-A1FF-F615EE13A6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F606C5-2E91-950E-6217-C2FFF7C0F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A31CD6-A18E-FC5E-733D-9C3339F2EB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1735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96519DF-9D34-5391-8746-EC512C3526E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160643-0E91-7673-E36A-B41441E8AA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916EB6-0BAD-C04E-CCEF-DCB8848E7E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BA6A13-3660-187A-E0CE-B4EDE98C01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A83B47-2423-4DA4-61B2-0AE56FB2D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85962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8C6EC8C-ECCF-C0A3-FC0A-2563865B3D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B754C2-B7E9-ABF6-FA3F-D6E2E255A473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2E8DE5-BF1B-A82F-89A6-D45E288D7ED3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DBCAFD-7F89-6E4D-3B08-A1E78396CF3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9B5DEB-9294-F5ED-21D5-974F52B9344E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174737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M02 Presentation 02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Nakul R. Padalkar</a:t>
            </a:r>
            <a:br/>
            <a:r>
              <a:rPr/>
              <a:t>Author Two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12, 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M02 Presentation 02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M02 Presentation 02</dc:title>
  <dc:creator>Nakul R. Padalkar; Author Two</dc:creator>
  <cp:keywords/>
  <dcterms:created xsi:type="dcterms:W3CDTF">2025-11-20T15:52:02Z</dcterms:created>
  <dcterms:modified xsi:type="dcterms:W3CDTF">2025-11-20T15:52:02Z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>../references.bib</vt:lpwstr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comments">
    <vt:lpwstr/>
  </property>
  <property fmtid="{D5CDD505-2E9C-101B-9397-08002B2CF9AE}" pid="9" name="crossref">
    <vt:lpwstr/>
  </property>
  <property fmtid="{D5CDD505-2E9C-101B-9397-08002B2CF9AE}" pid="10" name="csl">
    <vt:lpwstr>../mis-quarterly.csl</vt:lpwstr>
  </property>
  <property fmtid="{D5CDD505-2E9C-101B-9397-08002B2CF9AE}" pid="11" name="date">
    <vt:lpwstr>March 12, 2024</vt:lpwstr>
  </property>
  <property fmtid="{D5CDD505-2E9C-101B-9397-08002B2CF9AE}" pid="12" name="date-format">
    <vt:lpwstr>long</vt:lpwstr>
  </property>
  <property fmtid="{D5CDD505-2E9C-101B-9397-08002B2CF9AE}" pid="13" name="date-modified">
    <vt:lpwstr>November 20, 2025</vt:lpwstr>
  </property>
  <property fmtid="{D5CDD505-2E9C-101B-9397-08002B2CF9AE}" pid="14" name="editor">
    <vt:lpwstr/>
  </property>
  <property fmtid="{D5CDD505-2E9C-101B-9397-08002B2CF9AE}" pid="15" name="execute">
    <vt:lpwstr/>
  </property>
  <property fmtid="{D5CDD505-2E9C-101B-9397-08002B2CF9AE}" pid="16" name="header-includes">
    <vt:lpwstr/>
  </property>
  <property fmtid="{D5CDD505-2E9C-101B-9397-08002B2CF9AE}" pid="17" name="include-after">
    <vt:lpwstr/>
  </property>
  <property fmtid="{D5CDD505-2E9C-101B-9397-08002B2CF9AE}" pid="18" name="include-before">
    <vt:lpwstr/>
  </property>
  <property fmtid="{D5CDD505-2E9C-101B-9397-08002B2CF9AE}" pid="19" name="labels">
    <vt:lpwstr/>
  </property>
  <property fmtid="{D5CDD505-2E9C-101B-9397-08002B2CF9AE}" pid="20" name="logo">
    <vt:lpwstr>../theme/figures/met_signature_toptier_rgb.png</vt:lpwstr>
  </property>
  <property fmtid="{D5CDD505-2E9C-101B-9397-08002B2CF9AE}" pid="21" name="monofont">
    <vt:lpwstr>Roboto</vt:lpwstr>
  </property>
  <property fmtid="{D5CDD505-2E9C-101B-9397-08002B2CF9AE}" pid="22" name="title-slide-attributes">
    <vt:lpwstr/>
  </property>
  <property fmtid="{D5CDD505-2E9C-101B-9397-08002B2CF9AE}" pid="23" name="toc-title">
    <vt:lpwstr>Table of contents</vt:lpwstr>
  </property>
</Properties>
</file>