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2025-11-20T18:24:13Z</dcterms:created>
  <dcterms:modified xsi:type="dcterms:W3CDTF">2025-11-20T18:24:13Z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Data Analytics &amp; SQL Automation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