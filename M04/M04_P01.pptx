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4" Type="http://schemas.openxmlformats.org/officeDocument/2006/relationships/viewProps" Target="viewProps.xml" /><Relationship Id="rId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M04: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AI-Powered Data Analytics &amp; SQL Automation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M04: Presentation</dc:title>
  <dc:creator>Nakul R. Padalkar; Author Two</dc:creator>
  <cp:keywords/>
  <dcterms:created xsi:type="dcterms:W3CDTF">2025-11-20T16:16:13Z</dcterms:created>
  <dcterms:modified xsi:type="dcterms:W3CDTF">2025-11-20T16:16:13Z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subtitle">
    <vt:lpwstr>AI-Powered Data Analytics &amp; SQL Automation</vt:lpwstr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