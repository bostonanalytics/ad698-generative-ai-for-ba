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AI-Powered Data Analytics &amp; SQL Automation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M04: Presentation</dc:title>
  <dc:creator>Nakul R. Padalkar; Author Two</dc:creator>
  <cp:keywords/>
  <dcterms:created xsi:type="dcterms:W3CDTF">2025-12-04T02:10:10Z</dcterms:created>
  <dcterms:modified xsi:type="dcterms:W3CDTF">2025-12-04T02:10:10Z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December 4,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AI-Powered Data Analytics &amp; SQL Automation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