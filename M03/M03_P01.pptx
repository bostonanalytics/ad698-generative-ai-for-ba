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M03: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Retrieval-Augmented Generation (RAG) &amp; Vector Search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M03: Presentation</dc:title>
  <dc:creator>Nakul R. Padalkar; Author Two</dc:creator>
  <cp:keywords/>
  <dcterms:created xsi:type="dcterms:W3CDTF">2025-11-20T18:09:21Z</dcterms:created>
  <dcterms:modified xsi:type="dcterms:W3CDTF">2025-11-20T18:09:21Z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../mis-quarterly.csl</vt:lpwstr>
  </property>
  <property fmtid="{D5CDD505-2E9C-101B-9397-08002B2CF9AE}" pid="11" name="date">
    <vt:lpwstr>March 12, 2024</vt:lpwstr>
  </property>
  <property fmtid="{D5CDD505-2E9C-101B-9397-08002B2CF9AE}" pid="12" name="date-format">
    <vt:lpwstr>long</vt:lpwstr>
  </property>
  <property fmtid="{D5CDD505-2E9C-101B-9397-08002B2CF9AE}" pid="13" name="date-modified">
    <vt:lpwstr>November 20, 2025</vt:lpwstr>
  </property>
  <property fmtid="{D5CDD505-2E9C-101B-9397-08002B2CF9AE}" pid="14" name="editor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subtitle">
    <vt:lpwstr>Retrieval-Augmented Generation (RAG) &amp; Vector Search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