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M03: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Retrieval-Augmented Generation (RAG) &amp; Vector Search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M03: Presentation</dc:title>
  <dc:creator>Nakul R. Padalkar; Author Two</dc:creator>
  <cp:keywords/>
  <dcterms:created xsi:type="dcterms:W3CDTF">2025-11-20T15:42:43Z</dcterms:created>
  <dcterms:modified xsi:type="dcterms:W3CDTF">2025-11-20T15:42:43Z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November 20, 2025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subtitle">
    <vt:lpwstr>Retrieval-Augmented Generation (RAG) &amp; Vector Search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