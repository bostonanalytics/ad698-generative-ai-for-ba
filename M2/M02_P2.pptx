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M02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M02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M02 Presentation 02</dc:title>
  <dc:creator>Nakul R. Padalkar; Author Two</dc:creator>
  <cp:keywords/>
  <dcterms:created xsi:type="dcterms:W3CDTF">2026-02-02T20:17:20Z</dcterms:created>
  <dcterms:modified xsi:type="dcterms:W3CDTF">2026-02-02T20:17:20Z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February 2, 2026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resources">
    <vt:lpwstr/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