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saveSubsetFonts="1">
  <p:sldMasterIdLst>
    <p:sldMasterId id="2147483648" r:id="rId1"/>
  </p:sldMasterIdLst>
  <p:sldIdLst>
    <p:sldId id="256" r:id="rId2"/>
  </p:sldIdLst>
  <p:sldSz cx="12192000" cy="6858000"/>
  <p:notesSz cx="6858000" cy="9144000"/>
  <p:defaultTextStyle>
    <a:defPPr>
      <a:defRPr lang="en-US"/>
    </a:defPPr>
    <a:lvl1pPr algn="l" defTabSz="9144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9144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9144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9144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9144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9144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9144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9144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9144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sz="15620"/>
    <p:restoredTop sz="94660"/>
  </p:normalViewPr>
  <p:slideViewPr>
    <p:cSldViewPr snapToGrid="0">
      <p:cViewPr varScale="1">
        <p:scale>
          <a:sx d="100" n="87"/>
          <a:sy d="100" n="87"/>
        </p:scale>
        <p:origin x="384" y="72"/>
      </p:cViewPr>
      <p:guideLst/>
    </p:cSldViewPr>
  </p:slideViewPr>
  <p:notesTextViewPr>
    <p:cViewPr>
      <p:scale>
        <a:sx d="1" n="1"/>
        <a:sy d="1" n="1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6" Type="http://schemas.openxmlformats.org/officeDocument/2006/relationships/tableStyles" Target="tableStyles.xml" /><Relationship Id="rId5" Type="http://schemas.openxmlformats.org/officeDocument/2006/relationships/theme" Target="theme/theme1.xml" /><Relationship Id="rId1" Type="http://schemas.openxmlformats.org/officeDocument/2006/relationships/slideMaster" Target="slideMasters/slideMaster1.xml" /><Relationship Id="rId4" Type="http://schemas.openxmlformats.org/officeDocument/2006/relationships/viewProps" Target="viewProps.xml" /><Relationship Id="rId3" Type="http://schemas.openxmlformats.org/officeDocument/2006/relationships/presProps" Target="presProps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741D81-A8D4-E293-8BE5-C77E344E44F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1646A98-9843-1672-53BD-52DF183FEF5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0C2C9A2-E612-B72C-7008-EE9B265F83E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94CA91F-7BA5-C0EB-F0E7-671EF77E932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228D7E7-96C2-EA98-5CCC-B43274E42F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655727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0D56EA-0EE0-5C81-1AF1-A90102463E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5B339E9-0218-C9F1-C6E6-3BBBCEA727F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6D8E18C-9698-0B1C-32D6-D00534B50E7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701A8A8-18AA-E309-BBBF-ADF899547CA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338C9A9-DE19-498F-D414-0DAB4823D7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9890076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B8C826-B192-8566-FA0F-8917992F1D9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AE9B690-E2E9-2F3E-15D3-BBD15BCD7B9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08F1D22-D975-851F-2B8F-D8675D164B7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6710542-6047-78D6-51D8-E2C25AA6BB4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D1DE4BB-8AC4-98F4-5B65-D97C695FD2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1265557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148EDC0-E356-84E3-D1A0-CB3FEE1EC0E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68063D6-309C-6044-E7F3-B0FAEA37F82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8502399-0D40-0F1A-A770-6D3B06F6537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0CD09DC-44A3-F7F4-2C2A-4A87B75C421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A83CC0E-1DBD-1E37-CAEF-2C3E5329127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4C59C24-6840-1606-934C-D0F85A3330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0414840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B93AB56-8CD1-20AD-7F41-D2359C46937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ED21AA7-1865-2AE9-0012-512FE36BF66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ABA8275-F8D3-F29E-6C64-94671346CF0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78A5AD60-9148-E9A7-3F6B-DF76A20838C9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06219CA0-0D5D-C6C9-AC0D-2AD322F245D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D09D0A9E-58E0-AD7C-832D-666F0331CF3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108D782E-EAC7-5EC8-E342-7786EB3D7B9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DBA5C0ED-7820-62DB-F17A-7BDA0542A6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6091916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72C2CE0-5040-0A33-C14C-2137A06EBB8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FA90265-B49C-90FA-BB33-302D063BDFD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50293D5-F9F7-9556-47AE-7EF338159C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82ABE5A-1615-1E58-6B04-545C84246B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2560194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BA6FB9E7-6D00-B906-95F1-BED78B2F420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98A80D94-FDFD-6A9D-CF2D-16141833371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2A0434E-D9EF-F897-D66D-C0A37DE4BF0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5738526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558C0B0-BBFF-D266-F6CB-C0F9CB82E1C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659E927-AB12-1E59-90ED-6839F5357C8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5F88397-2BCC-3DCA-BE8B-B9B0AFAC1E3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AA326D9-5E8D-09C1-A9C2-C8F48F43964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D8F8E6B-D22C-98FB-198C-1BB554D53D7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F3F39BA-97EF-2C84-8B25-95108D04F9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2359853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2C74914-FAF0-2D41-27D2-ACEEBCAFD52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C6163E3D-B2EA-73D8-F8BD-4FC6CFE9F28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9460945-1A23-C88B-02B1-FFE35A654C0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1B01162-C90D-62D4-B1FE-6ED1CC412B5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4CCE0DB-431B-1663-6E56-FACE12F6719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EE7E0E3-58EB-A96B-0DC5-4C38F790A9E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3625804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40BD8B3-BF98-9170-B5E2-AB324C1905D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7A0CF88-F56C-9B83-A911-CD1BE263D48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112220D-2D18-9924-A1FF-F615EE13A6E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9F606C5-2E91-950E-6217-C2FFF7C0F58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7A31CD6-A18E-FC5E-733D-9C3339F2EB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0517358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C96519DF-9D34-5391-8746-EC512C3526E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D160643-0E91-7673-E36A-B41441E8AA2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6916EB6-0BAD-C04E-CCEF-DCB8848E7EE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8BA6A13-3660-187A-E0CE-B4EDE98C011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9A83B47-2423-4DA4-61B2-0AE56FB2DF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22859626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A8C6EC8C-ECCF-C0A3-FC0A-2563865B3D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2B754C2-B7E9-ABF6-FA3F-D6E2E255A473}"/>
              </a:ext>
            </a:extLst>
          </p:cNvPr>
          <p:cNvSpPr>
            <a:spLocks noGrp="1"/>
          </p:cNvSpPr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32E8DE5-BF1B-A82F-89A6-D45E288D7ED3}"/>
              </a:ext>
            </a:extLst>
          </p:cNvPr>
          <p:cNvSpPr>
            <a:spLocks noGrp="1"/>
          </p:cNvSpPr>
          <p:nvPr>
            <p:ph idx="2" sz="half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ADBCAFD-7F89-6E4D-3B08-A1E78396CF3A}"/>
              </a:ext>
            </a:extLst>
          </p:cNvPr>
          <p:cNvSpPr>
            <a:spLocks noGrp="1"/>
          </p:cNvSpPr>
          <p:nvPr>
            <p:ph idx="3" sz="quarter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99B5DEB-9294-F5ED-21D5-974F52B9344E}"/>
              </a:ext>
            </a:extLst>
          </p:cNvPr>
          <p:cNvSpPr>
            <a:spLocks noGrp="1"/>
          </p:cNvSpPr>
          <p:nvPr>
            <p:ph idx="4" sz="quarter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71747376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eaLnBrk="1" hangingPunct="1" latinLnBrk="0" rtl="0">
        <a:lnSpc>
          <a:spcPct val="90000"/>
        </a:lnSpc>
        <a:spcBef>
          <a:spcPct val="0"/>
        </a:spcBef>
        <a:buNone/>
        <a:defRPr kern="1200" sz="44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914400" eaLnBrk="1" hangingPunct="1" indent="-228600" latinLnBrk="0" marL="228600" rtl="0">
        <a:lnSpc>
          <a:spcPct val="90000"/>
        </a:lnSpc>
        <a:spcBef>
          <a:spcPts val="1000"/>
        </a:spcBef>
        <a:buFont charset="0" panose="020B0604020202020204" pitchFamily="34" typeface="Arial"/>
        <a:buChar char="•"/>
        <a:defRPr kern="1200" sz="2800">
          <a:solidFill>
            <a:schemeClr val="tx1"/>
          </a:solidFill>
          <a:latin typeface="+mn-lt"/>
          <a:ea typeface="+mn-ea"/>
          <a:cs typeface="+mn-cs"/>
        </a:defRPr>
      </a:lvl1pPr>
      <a:lvl2pPr algn="l" defTabSz="914400" eaLnBrk="1" hangingPunct="1" indent="-228600" latinLnBrk="0" marL="6858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2pPr>
      <a:lvl3pPr algn="l" defTabSz="914400" eaLnBrk="1" hangingPunct="1" indent="-228600" latinLnBrk="0" marL="11430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3pPr>
      <a:lvl4pPr algn="l" defTabSz="914400" eaLnBrk="1" hangingPunct="1" indent="-228600" latinLnBrk="0" marL="16002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4pPr>
      <a:lvl5pPr algn="l" defTabSz="914400" eaLnBrk="1" hangingPunct="1" indent="-228600" latinLnBrk="0" marL="20574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5pPr>
      <a:lvl6pPr algn="l" defTabSz="914400" eaLnBrk="1" hangingPunct="1" indent="-228600" latinLnBrk="0" marL="25146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indent="-228600" latinLnBrk="0" marL="29718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indent="-228600" latinLnBrk="0" marL="34290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indent="-228600" latinLnBrk="0" marL="38862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914400" eaLnBrk="1" hangingPunct="1" latinLnBrk="0" marL="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914400" eaLnBrk="1" hangingPunct="1" latinLnBrk="0" marL="457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2pPr>
      <a:lvl3pPr algn="l" defTabSz="914400" eaLnBrk="1" hangingPunct="1" latinLnBrk="0" marL="914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914400" eaLnBrk="1" hangingPunct="1" latinLnBrk="0" marL="1371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4pPr>
      <a:lvl5pPr algn="l" defTabSz="914400" eaLnBrk="1" hangingPunct="1" latinLnBrk="0" marL="18288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5pPr>
      <a:lvl6pPr algn="l" defTabSz="914400" eaLnBrk="1" hangingPunct="1" latinLnBrk="0" marL="22860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latinLnBrk="0" marL="2743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latinLnBrk="0" marL="3200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latinLnBrk="0" marL="3657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741D81-A8D4-E293-8BE5-C77E344E44F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/>
          <a:lstStyle/>
          <a:p>
            <a:pPr lvl="0" indent="0" marL="0">
              <a:buNone/>
            </a:pPr>
            <a:r>
              <a:rPr/>
              <a:t>M02: Presentation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1646A98-9843-1672-53BD-52DF183FEF52}"/>
              </a:ext>
            </a:extLst>
          </p:cNvPr>
          <p:cNvSpPr>
            <a:spLocks noGrp="1"/>
          </p:cNvSpPr>
          <p:nvPr>
            <p:ph idx="1" type="subTitle"/>
          </p:nvPr>
        </p:nvSpPr>
        <p:spPr>
          <a:xfrm>
            <a:off x="1524000" y="3602038"/>
            <a:ext cx="9144000" cy="1655762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Prompt Engineering &amp; In-Context Learning (ICL)</a:t>
            </a:r>
            <a:br/>
            <a:br/>
            <a:r>
              <a:rPr/>
              <a:t>Nakul R. Padalkar</a:t>
            </a:r>
            <a:br/>
            <a:r>
              <a:rPr/>
              <a:t>Author Two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0C2C9A2-E612-B72C-7008-EE9B265F83E5}"/>
              </a:ext>
            </a:extLst>
          </p:cNvPr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March 12, 2024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Widescreen</PresentationFormat>
  <Paragraphs>0</Paragraphs>
  <Slides>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7" baseType="lpstr">
      <vt:lpstr>Aptos</vt:lpstr>
      <vt:lpstr>Aptos Display</vt:lpstr>
      <vt:lpstr>Arial</vt:lpstr>
      <vt:lpstr>Office Theme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M02: Presentation</dc:title>
  <dc:creator>Nakul R. Padalkar; Author Two</dc:creator>
  <cp:keywords/>
  <dcterms:created xsi:type="dcterms:W3CDTF">2026-02-02T20:17:20Z</dcterms:created>
  <dcterms:modified xsi:type="dcterms:W3CDTF">2026-02-02T20:17:20Z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ffiliations">
    <vt:lpwstr/>
  </property>
  <property fmtid="{D5CDD505-2E9C-101B-9397-08002B2CF9AE}" pid="3" name="authors">
    <vt:lpwstr/>
  </property>
  <property fmtid="{D5CDD505-2E9C-101B-9397-08002B2CF9AE}" pid="4" name="biblio-config">
    <vt:lpwstr>True</vt:lpwstr>
  </property>
  <property fmtid="{D5CDD505-2E9C-101B-9397-08002B2CF9AE}" pid="5" name="bibliography">
    <vt:lpwstr>../references.bib</vt:lpwstr>
  </property>
  <property fmtid="{D5CDD505-2E9C-101B-9397-08002B2CF9AE}" pid="6" name="by-affiliation">
    <vt:lpwstr/>
  </property>
  <property fmtid="{D5CDD505-2E9C-101B-9397-08002B2CF9AE}" pid="7" name="by-author">
    <vt:lpwstr/>
  </property>
  <property fmtid="{D5CDD505-2E9C-101B-9397-08002B2CF9AE}" pid="8" name="crossref">
    <vt:lpwstr/>
  </property>
  <property fmtid="{D5CDD505-2E9C-101B-9397-08002B2CF9AE}" pid="9" name="csl">
    <vt:lpwstr>../mis-quarterly.csl</vt:lpwstr>
  </property>
  <property fmtid="{D5CDD505-2E9C-101B-9397-08002B2CF9AE}" pid="10" name="date">
    <vt:lpwstr>March 12, 2024</vt:lpwstr>
  </property>
  <property fmtid="{D5CDD505-2E9C-101B-9397-08002B2CF9AE}" pid="11" name="date-format">
    <vt:lpwstr>long</vt:lpwstr>
  </property>
  <property fmtid="{D5CDD505-2E9C-101B-9397-08002B2CF9AE}" pid="12" name="date-modified">
    <vt:lpwstr>February 2, 2026</vt:lpwstr>
  </property>
  <property fmtid="{D5CDD505-2E9C-101B-9397-08002B2CF9AE}" pid="13" name="editor">
    <vt:lpwstr/>
  </property>
  <property fmtid="{D5CDD505-2E9C-101B-9397-08002B2CF9AE}" pid="14" name="execute">
    <vt:lpwstr/>
  </property>
  <property fmtid="{D5CDD505-2E9C-101B-9397-08002B2CF9AE}" pid="15" name="header-includes">
    <vt:lpwstr/>
  </property>
  <property fmtid="{D5CDD505-2E9C-101B-9397-08002B2CF9AE}" pid="16" name="include-after">
    <vt:lpwstr/>
  </property>
  <property fmtid="{D5CDD505-2E9C-101B-9397-08002B2CF9AE}" pid="17" name="include-before">
    <vt:lpwstr/>
  </property>
  <property fmtid="{D5CDD505-2E9C-101B-9397-08002B2CF9AE}" pid="18" name="labels">
    <vt:lpwstr/>
  </property>
  <property fmtid="{D5CDD505-2E9C-101B-9397-08002B2CF9AE}" pid="19" name="logo">
    <vt:lpwstr>../theme/figures/met_signature_toptier_rgb.png</vt:lpwstr>
  </property>
  <property fmtid="{D5CDD505-2E9C-101B-9397-08002B2CF9AE}" pid="20" name="monofont">
    <vt:lpwstr>Roboto</vt:lpwstr>
  </property>
  <property fmtid="{D5CDD505-2E9C-101B-9397-08002B2CF9AE}" pid="21" name="resources">
    <vt:lpwstr/>
  </property>
  <property fmtid="{D5CDD505-2E9C-101B-9397-08002B2CF9AE}" pid="22" name="subtitle">
    <vt:lpwstr>Prompt Engineering &amp; In-Context Learning (ICL)</vt:lpwstr>
  </property>
  <property fmtid="{D5CDD505-2E9C-101B-9397-08002B2CF9AE}" pid="23" name="title-slide-attributes">
    <vt:lpwstr/>
  </property>
  <property fmtid="{D5CDD505-2E9C-101B-9397-08002B2CF9AE}" pid="24" name="toc-title">
    <vt:lpwstr>Table of contents</vt:lpwstr>
  </property>
</Properties>
</file>